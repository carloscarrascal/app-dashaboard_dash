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262a32f5534e81" /><Relationship Type="http://schemas.openxmlformats.org/officeDocument/2006/relationships/extended-properties" Target="/docProps/app.xml" Id="Rbea6937a00774f7f" /><Relationship Type="http://schemas.openxmlformats.org/officeDocument/2006/relationships/officeDocument" Target="/ppt/presentation.xml" Id="R6a4bc592ea0f41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6a3a90b53b44d9"/>
  </p:sldMasterIdLst>
  <p:notesMasterIdLst>
    <p:notesMasterId xmlns:r="http://schemas.openxmlformats.org/officeDocument/2006/relationships" r:id="R4239121131b749cc"/>
  </p:notesMasterIdLst>
  <p:sldIdLst>
    <p:sldId xmlns:r="http://schemas.openxmlformats.org/officeDocument/2006/relationships" id="256" r:id="R92a817a429f441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b187e8cc834ea7" /><Relationship Type="http://schemas.openxmlformats.org/officeDocument/2006/relationships/slideMaster" Target="/ppt/slideMasters/slideMaster1.xml" Id="R686a3a90b53b44d9" /><Relationship Type="http://schemas.openxmlformats.org/officeDocument/2006/relationships/notesMaster" Target="/ppt/notesMasters/notesMaster1.xml" Id="R4239121131b749cc" /><Relationship Type="http://schemas.openxmlformats.org/officeDocument/2006/relationships/presProps" Target="/ppt/presProps.xml" Id="R74732f721e1b4d3a" /><Relationship Type="http://schemas.openxmlformats.org/officeDocument/2006/relationships/tableStyles" Target="/ppt/tableStyles.xml" Id="R8145995c7a274fb3" /><Relationship Type="http://schemas.openxmlformats.org/officeDocument/2006/relationships/slide" Target="/ppt/slides/slide1.xml" Id="R92a817a429f441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69110aae0743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21c6dbee9744a5" /><Relationship Type="http://schemas.openxmlformats.org/officeDocument/2006/relationships/notesMaster" Target="/ppt/notesMasters/notesMaster1.xml" Id="R869bf1ca0c9643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Plantilla para informes semanales. Cada gráfico utiliza las evaluaciones válidas del ámbito y origen seleccionados.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f64e4191c942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7507e4e94e4fd6" /><Relationship Type="http://schemas.openxmlformats.org/officeDocument/2006/relationships/slideLayout" Target="/ppt/slideLayouts/slideLayout1.xml" Id="Re4232a832fc94a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232a832fc94a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56852ba304904" /><Relationship Type="http://schemas.openxmlformats.org/officeDocument/2006/relationships/chart" Target="/ppt/slides/charts/chart1.xml" Id="R840654aa953a41b8" /><Relationship Type="http://schemas.openxmlformats.org/officeDocument/2006/relationships/notesSlide" Target="/ppt/notesSlides/notesSlide1.xml" Id="Redc5d1b716394fce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M01</c:v>
          </c:tx>
          <c:spPr>
            <a:ln xmlns:a="http://schemas.openxmlformats.org/drawingml/2006/main" w="23813">
              <a:solidFill>
                <a:srgbClr val="145B45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145B45"/>
              </a:solidFill>
            </c:spPr>
          </c:marker>
          <c:cat>
            <c:strLit>
              <c:ptCount val="2"/>
              <c:pt idx="0">
                <c:v>S01</c:v>
              </c:pt>
              <c:pt idx="1">
                <c:v>S02</c:v>
              </c:pt>
            </c:strLit>
          </c:cat>
          <c:val>
            <c:numLit>
              <c:formatCode>General</c:formatCode>
              <c:ptCount val="2"/>
              <c:pt idx="0">
                <c:v>1</c:v>
              </c:pt>
              <c:pt idx="1">
                <c:v>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  <c:dispBlanksAs val="gap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E6E18-AC10-4C7F-8295-97FA32FF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7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45B45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145B45"/>
                </a:solidFill>
                <a:latin typeface="Arial"/>
                <a:ea typeface="Arial"/>
                <a:cs typeface="Arial"/>
              </a:rPr>
              <a:t>{{TITLE}}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5049AA-5ADB-4506-A02F-24467C04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6716A"/>
                </a:solidFill>
                <a:latin typeface="Arial"/>
                <a:ea typeface="Arial"/>
                <a:cs typeface="Arial"/>
              </a:rPr>
              <a:t>{{PERIOD}}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457200" y="1200150"/>
          <a:ext xmlns:a="http://schemas.openxmlformats.org/drawingml/2006/main" cx="11277600" cy="4572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40654aa953a41b8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CDC17-2499-494B-95BD-9B440631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81700"/>
            <a:ext cx="1127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6716A"/>
                </a:solidFill>
                <a:latin typeface="Arial"/>
                <a:ea typeface="Arial"/>
                <a:cs typeface="Arial"/>
              </a:rPr>
              <a:t>{{BASE}}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72DD3-4F11-45E3-BA08-F1091742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1127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6716A"/>
                </a:solidFill>
                <a:latin typeface="Arial"/>
                <a:ea typeface="Arial"/>
                <a:cs typeface="Arial"/>
              </a:rPr>
              <a:t>Promedio del conteo observado por evaluación con dato. Sin dato no equivale a cero.</a:t>
            </a:r>
          </a:p>
        </p:txBody>
      </p:sp>
    </p:spTree>
    <p:extLst>
      <p:ext uri="{BB962C8B-B14F-4D97-AF65-F5344CB8AC3E}">
        <p14:creationId xmlns:p14="http://schemas.microsoft.com/office/powerpoint/2010/main" val="7587024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2026-09-15T12:10:13.8330000Z</dcterms:created>
  <dcterms:modified xsi:type="dcterms:W3CDTF">2026-09-15T12:10:13.8330000Z</dcterms:modified>
</coreProperties>
</file>